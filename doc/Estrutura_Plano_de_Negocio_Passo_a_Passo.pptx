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uno" initials="A" lastIdx="1" clrIdx="0">
    <p:extLst>
      <p:ext uri="{19B8F6BF-5375-455C-9EA6-DF929625EA0E}">
        <p15:presenceInfo xmlns:p15="http://schemas.microsoft.com/office/powerpoint/2012/main" userId="Alu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07" autoAdjust="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8-16T13:14:07.789" idx="1">
    <p:pos x="4936" y="1515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E8AA-61FF-4CB0-B5C8-04FF5CB3573D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E2FEF-F1BF-44A2-8591-B64B9E9D9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057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u="sng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E2FEF-F1BF-44A2-8591-B64B9E9D9B7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88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60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8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7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52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7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76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7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7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8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70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3633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515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151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247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53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31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91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9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Estrutura de um Plano de Negócio: Passo a Passo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noProof="0" dirty="0"/>
              <a:t>Como tirar sua ideia do papel e transformar em um negócio de sucesso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O que é um Plano de Negócio?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Documento que descreve os objetivos de um negócio</a:t>
            </a:r>
          </a:p>
          <a:p>
            <a:r>
              <a:rPr lang="pt-BR" sz="2400" noProof="0" dirty="0"/>
              <a:t>- Aponta estratégias, mercado-alvo e projeções financeiras</a:t>
            </a:r>
          </a:p>
          <a:p>
            <a:r>
              <a:rPr lang="pt-BR" sz="2400" noProof="0" dirty="0"/>
              <a:t>- Serve como mapa para empreendedores e investidores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Por que criar um Plano de Negócio?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Reduz riscos</a:t>
            </a:r>
          </a:p>
          <a:p>
            <a:r>
              <a:rPr lang="pt-BR" sz="2400" noProof="0" dirty="0"/>
              <a:t>- Aumenta as chances de sucesso</a:t>
            </a:r>
          </a:p>
          <a:p>
            <a:r>
              <a:rPr lang="pt-BR" sz="2400" noProof="0" dirty="0"/>
              <a:t>- Organiza ideias</a:t>
            </a:r>
          </a:p>
          <a:p>
            <a:r>
              <a:rPr lang="pt-BR" sz="2400" noProof="0" dirty="0"/>
              <a:t>- Ajuda na captação de recursos</a:t>
            </a:r>
          </a:p>
          <a:p>
            <a:r>
              <a:rPr lang="pt-BR" sz="2400" noProof="0" dirty="0"/>
              <a:t>- Serve como guia para tomada de decisões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Estrutura do Plano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4118113"/>
          </a:xfrm>
        </p:spPr>
        <p:txBody>
          <a:bodyPr>
            <a:noAutofit/>
          </a:bodyPr>
          <a:lstStyle/>
          <a:p>
            <a:r>
              <a:rPr lang="pt-BR" sz="2400" noProof="0" dirty="0"/>
              <a:t>1. Sumário Executivo</a:t>
            </a:r>
          </a:p>
          <a:p>
            <a:r>
              <a:rPr lang="pt-BR" sz="2400" noProof="0" dirty="0"/>
              <a:t>2. Análise de Mercado</a:t>
            </a:r>
          </a:p>
          <a:p>
            <a:r>
              <a:rPr lang="pt-BR" sz="2400" noProof="0" dirty="0"/>
              <a:t>3. Plano de Marketing</a:t>
            </a:r>
          </a:p>
          <a:p>
            <a:r>
              <a:rPr lang="pt-BR" sz="2400" noProof="0" dirty="0"/>
              <a:t>4. Plano Operacional</a:t>
            </a:r>
          </a:p>
          <a:p>
            <a:r>
              <a:rPr lang="pt-BR" sz="2400" noProof="0" dirty="0"/>
              <a:t>5. Plano Financeiro</a:t>
            </a:r>
          </a:p>
          <a:p>
            <a:r>
              <a:rPr lang="pt-BR" sz="2400" noProof="0" dirty="0"/>
              <a:t>6. Análise de Viabilidade</a:t>
            </a:r>
          </a:p>
          <a:p>
            <a:r>
              <a:rPr lang="pt-BR" sz="2400" noProof="0" dirty="0"/>
              <a:t>7. Anexos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1. Sumário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Resumo do negócio</a:t>
            </a:r>
          </a:p>
          <a:p>
            <a:r>
              <a:rPr lang="pt-BR" sz="2400" noProof="0" dirty="0"/>
              <a:t>- Objetivos principais</a:t>
            </a:r>
          </a:p>
          <a:p>
            <a:r>
              <a:rPr lang="pt-BR" sz="2400" noProof="0" dirty="0"/>
              <a:t>- Localização e estrutura jurídica</a:t>
            </a:r>
          </a:p>
          <a:p>
            <a:r>
              <a:rPr lang="pt-BR" sz="2400" noProof="0" dirty="0"/>
              <a:t>- Produtos ou serviços oferecidos</a:t>
            </a:r>
          </a:p>
          <a:p>
            <a:r>
              <a:rPr lang="pt-BR" sz="2400" noProof="0" dirty="0"/>
              <a:t>- Diferenciais competitivos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2. Análise de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Definição do público-alvo</a:t>
            </a:r>
          </a:p>
          <a:p>
            <a:r>
              <a:rPr lang="pt-BR" sz="2400" noProof="0" dirty="0"/>
              <a:t>- Estudo da concorrência</a:t>
            </a:r>
          </a:p>
          <a:p>
            <a:r>
              <a:rPr lang="pt-BR" sz="2400" noProof="0" dirty="0"/>
              <a:t>- Tendências de mercado</a:t>
            </a:r>
          </a:p>
          <a:p>
            <a:r>
              <a:rPr lang="pt-BR" sz="2400" noProof="0" dirty="0"/>
              <a:t>- Potencial de crescimento</a:t>
            </a:r>
          </a:p>
          <a:p>
            <a:r>
              <a:rPr lang="pt-BR" sz="2400" noProof="0" dirty="0"/>
              <a:t>- Pesquisa de clientes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3. Plano de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Posicionamento da marca</a:t>
            </a:r>
          </a:p>
          <a:p>
            <a:r>
              <a:rPr lang="pt-BR" sz="2400" noProof="0" dirty="0"/>
              <a:t>- Estratégias de preço</a:t>
            </a:r>
          </a:p>
          <a:p>
            <a:r>
              <a:rPr lang="pt-BR" sz="2400" noProof="0" dirty="0"/>
              <a:t>- Promoção e divulgação</a:t>
            </a:r>
          </a:p>
          <a:p>
            <a:r>
              <a:rPr lang="pt-BR" sz="2400" noProof="0" dirty="0"/>
              <a:t>- Canais de vendas</a:t>
            </a:r>
          </a:p>
          <a:p>
            <a:r>
              <a:rPr lang="pt-BR" sz="2400" noProof="0" dirty="0"/>
              <a:t>- Estratégias de fidelização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4. Plano Operacional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Estrutura física</a:t>
            </a:r>
          </a:p>
          <a:p>
            <a:r>
              <a:rPr lang="pt-BR" sz="2400" noProof="0" dirty="0"/>
              <a:t>- Processos produtivos</a:t>
            </a:r>
          </a:p>
          <a:p>
            <a:r>
              <a:rPr lang="pt-BR" sz="2400" noProof="0" dirty="0"/>
              <a:t>- Fornecedores</a:t>
            </a:r>
          </a:p>
          <a:p>
            <a:r>
              <a:rPr lang="pt-BR" sz="2400" noProof="0" dirty="0"/>
              <a:t>- Equipamentos e tecnologia</a:t>
            </a:r>
          </a:p>
          <a:p>
            <a:r>
              <a:rPr lang="pt-BR" sz="2400" noProof="0" dirty="0"/>
              <a:t>- Equipe necessária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5. Plano Financeiro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Investimento inicial</a:t>
            </a:r>
          </a:p>
          <a:p>
            <a:r>
              <a:rPr lang="pt-BR" sz="2400" noProof="0" dirty="0"/>
              <a:t>- Projeção de receitas e despesas</a:t>
            </a:r>
          </a:p>
          <a:p>
            <a:r>
              <a:rPr lang="pt-BR" sz="2400" noProof="0" dirty="0"/>
              <a:t>- Ponto de equilíbrio</a:t>
            </a:r>
          </a:p>
          <a:p>
            <a:r>
              <a:rPr lang="pt-BR" sz="2400" noProof="0" dirty="0"/>
              <a:t>- Fluxo de caixa</a:t>
            </a:r>
          </a:p>
          <a:p>
            <a:r>
              <a:rPr lang="pt-BR" sz="2400" noProof="0" dirty="0"/>
              <a:t>- Demonstrativo de resultados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noProof="0" dirty="0"/>
              <a:t>6. Análise de Viabilidade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Análise SWOT (Forças, Fraquezas, Oportunidades, Ameaças)</a:t>
            </a:r>
          </a:p>
          <a:p>
            <a:r>
              <a:rPr lang="pt-BR" sz="2400" noProof="0" dirty="0"/>
              <a:t>- Avaliação de riscos</a:t>
            </a:r>
          </a:p>
          <a:p>
            <a:r>
              <a:rPr lang="pt-BR" sz="2400" noProof="0" dirty="0"/>
              <a:t>- Sustentabilidade do negócio</a:t>
            </a:r>
          </a:p>
          <a:p>
            <a:r>
              <a:rPr lang="pt-BR" sz="2400" noProof="0" dirty="0"/>
              <a:t>- Indicadores de viabilidade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7. Anexos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- Pesquisas de mercado</a:t>
            </a:r>
          </a:p>
          <a:p>
            <a:r>
              <a:rPr lang="pt-BR" sz="2400" noProof="0" dirty="0"/>
              <a:t>- Currículos dos sócios</a:t>
            </a:r>
          </a:p>
          <a:p>
            <a:r>
              <a:rPr lang="pt-BR" sz="2400" noProof="0" dirty="0"/>
              <a:t>- Projeções detalhadas</a:t>
            </a:r>
          </a:p>
          <a:p>
            <a:r>
              <a:rPr lang="pt-BR" sz="2400" noProof="0" dirty="0"/>
              <a:t>- Licenças e registros</a:t>
            </a:r>
          </a:p>
          <a:p>
            <a:r>
              <a:rPr lang="pt-BR" sz="2400" noProof="0" dirty="0"/>
              <a:t>- Modelos de contrato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Dicas Finais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2500" noProof="0" dirty="0"/>
              <a:t>- Seja realista com os números</a:t>
            </a:r>
          </a:p>
          <a:p>
            <a:r>
              <a:rPr lang="pt-BR" sz="2500" noProof="0" dirty="0"/>
              <a:t>- Atualize o plano conforme o negócio evolui</a:t>
            </a:r>
          </a:p>
          <a:p>
            <a:r>
              <a:rPr lang="pt-BR" sz="2500" noProof="0" dirty="0"/>
              <a:t>- Use linguagem clara e objetiva</a:t>
            </a:r>
          </a:p>
          <a:p>
            <a:r>
              <a:rPr lang="pt-BR" sz="2500" noProof="0" dirty="0"/>
              <a:t>- Busque feedback de especialistas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Perguntas e Respostas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noProof="0" dirty="0"/>
              <a:t>Agora é com você!</a:t>
            </a:r>
          </a:p>
          <a:p>
            <a:r>
              <a:rPr lang="pt-BR" noProof="0" dirty="0"/>
              <a:t>Tire dúvidas, comente ideias e compartilhe suas impressões.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tícula">
  <a:themeElements>
    <a:clrScheme name="Gotícu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ícu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ícu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Gotícula</Template>
  <TotalTime>12</TotalTime>
  <Words>340</Words>
  <Application>Microsoft Office PowerPoint</Application>
  <PresentationFormat>Apresentação na tela (4:3)</PresentationFormat>
  <Paragraphs>70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Gotícula</vt:lpstr>
      <vt:lpstr>Estrutura de um Plano de Negócio: Passo a Passo</vt:lpstr>
      <vt:lpstr>O que é um Plano de Negócio?</vt:lpstr>
      <vt:lpstr>Por que criar um Plano de Negócio?</vt:lpstr>
      <vt:lpstr>Estrutura do Plano de Negócio</vt:lpstr>
      <vt:lpstr>1. Sumário Executivo</vt:lpstr>
      <vt:lpstr>2. Análise de Mercado</vt:lpstr>
      <vt:lpstr>3. Plano de Marketing</vt:lpstr>
      <vt:lpstr>4. Plano Operacional</vt:lpstr>
      <vt:lpstr>5. Plano Financeiro</vt:lpstr>
      <vt:lpstr>6. Análise de Viabilidade</vt:lpstr>
      <vt:lpstr>7. Anexos</vt:lpstr>
      <vt:lpstr>Dicas Finais</vt:lpstr>
      <vt:lpstr>Perguntas e Respostas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de um Plano de Negócio: Passo a Passo</dc:title>
  <dc:subject/>
  <dc:creator>Elizio Lindo</dc:creator>
  <cp:keywords/>
  <dc:description>generated using python-pptx</dc:description>
  <cp:lastModifiedBy>Aluno</cp:lastModifiedBy>
  <cp:revision>7</cp:revision>
  <dcterms:created xsi:type="dcterms:W3CDTF">2013-01-27T09:14:16Z</dcterms:created>
  <dcterms:modified xsi:type="dcterms:W3CDTF">2025-08-30T17:16:21Z</dcterms:modified>
  <cp:category/>
</cp:coreProperties>
</file>